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9"/>
    <p:restoredTop sz="94682"/>
  </p:normalViewPr>
  <p:slideViewPr>
    <p:cSldViewPr snapToGrid="0">
      <p:cViewPr varScale="1">
        <p:scale>
          <a:sx n="127" d="100"/>
          <a:sy n="127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444479B-705B-4489-957E-7E8A228BDFA0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3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8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5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0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5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4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1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2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127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655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29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579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455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206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07B66AD-7C08-490A-ADA4-B47E10FB2407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45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5B95027-4255-49E7-9841-CD21BCC99996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6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A38F49-B3E2-4BF0-BEC7-C30D34ABBB8D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7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E93A4AD-4C0C-DFEF-7A27-6683C9112CE3}"/>
              </a:ext>
            </a:extLst>
          </p:cNvPr>
          <p:cNvSpPr txBox="1"/>
          <p:nvPr/>
        </p:nvSpPr>
        <p:spPr>
          <a:xfrm>
            <a:off x="1145785" y="644093"/>
            <a:ext cx="346668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5"/>
                </a:solidFill>
              </a:rPr>
              <a:t>What to Wax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A78AD-6CB8-C496-7962-6699A1C3C2DC}"/>
              </a:ext>
            </a:extLst>
          </p:cNvPr>
          <p:cNvSpPr txBox="1"/>
          <p:nvPr/>
        </p:nvSpPr>
        <p:spPr>
          <a:xfrm>
            <a:off x="1041224" y="1329388"/>
            <a:ext cx="2833635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Project Description: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My project is a temperature sensor that directs users to the appropriate wax based on the temperature. 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The colors that appear on the RGB are coordinated to the wax colors of Swix products.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The two off board LEDs alert users if the temperature is overlapping with the wax above or below the color shown by the on board. 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It is important and interesting to me as it solves a common problem in an exciting way.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I learned how to effectively translate real world data into ranges that guide my code.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Highly useful gadget!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ABE7C-426F-ECA6-B1AC-176C95AA7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099" y="2551912"/>
            <a:ext cx="2441448" cy="1831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D76EA8-06DD-D323-0D7D-72FB6549B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099" y="593023"/>
            <a:ext cx="2441448" cy="18310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A53C59-78F5-AC04-7929-920508F70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099" y="4514875"/>
            <a:ext cx="2441448" cy="18310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BE21FC-28F0-A324-BB61-CA1AB84EE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165" y="593507"/>
            <a:ext cx="2441448" cy="18310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068B40-D1CC-33E4-756F-70D55258F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6812" y="2551912"/>
            <a:ext cx="2441448" cy="18310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0946BA-6A0B-BDC1-E52E-C7A0C4E847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6812" y="4514875"/>
            <a:ext cx="2441448" cy="18310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1F5EBF-2FD8-2BC6-6903-D0FFB1413D7B}"/>
              </a:ext>
            </a:extLst>
          </p:cNvPr>
          <p:cNvSpPr txBox="1"/>
          <p:nvPr/>
        </p:nvSpPr>
        <p:spPr>
          <a:xfrm>
            <a:off x="1041224" y="4703903"/>
            <a:ext cx="283363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Motivation: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It is important and interesting to me as it solves a real problem in an exciting way.</a:t>
            </a:r>
          </a:p>
          <a:p>
            <a:pPr marL="171450" indent="-171450">
              <a:buFontTx/>
              <a:buChar char="-"/>
            </a:pPr>
            <a:endParaRPr lang="en-US" sz="1100" dirty="0"/>
          </a:p>
          <a:p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76447A-2E90-50A9-0839-D62AF0C5DB10}"/>
              </a:ext>
            </a:extLst>
          </p:cNvPr>
          <p:cNvSpPr txBox="1"/>
          <p:nvPr/>
        </p:nvSpPr>
        <p:spPr>
          <a:xfrm>
            <a:off x="1041224" y="5528612"/>
            <a:ext cx="28336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What I Am Most Proud Of:</a:t>
            </a:r>
          </a:p>
          <a:p>
            <a:r>
              <a:rPr lang="en-US" sz="1100" dirty="0"/>
              <a:t>- The simplicity of my design and its effectiveness. 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3048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</TotalTime>
  <Words>142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Cooper Iacobelli</dc:creator>
  <cp:lastModifiedBy>Cooper Iacobelli</cp:lastModifiedBy>
  <cp:revision>3</cp:revision>
  <dcterms:created xsi:type="dcterms:W3CDTF">2026-05-13T20:27:24Z</dcterms:created>
  <dcterms:modified xsi:type="dcterms:W3CDTF">2026-05-13T20:57:53Z</dcterms:modified>
</cp:coreProperties>
</file>